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F6914-E16F-96EC-24CE-6C91EDBB6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9EAA11-DA99-8084-45B0-528A002F2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D0715-1FCA-619D-381B-5BA7238D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CB158D-59E9-47BA-A358-D9E810F1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6C2A1-B91A-9399-27A9-E0D3B03C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2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B12ED-CF4D-B310-ABE9-6D2DE5A2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6CECE4-252B-4B13-535C-228E916BD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09F4BA-E441-3A52-5323-8B2CE643A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AF0B49-4463-9225-872B-69F87AA7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B2C921-B926-F0ED-D7DF-0285BDDD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88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E84BB0-078A-B7A6-9594-915778534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51B04F-C2C1-FB14-4E9C-2EC00315C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C28808-BFDC-6CA8-BDF3-EA53DF86B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DC6592-50DE-3B17-86D4-00C8E62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DB72C8-0E3C-D7C4-E9A5-0745D15B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14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7D664-EDE4-CA50-DAC4-6F68A87FC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FF865A-BE88-2F73-39D7-7ABA2D46D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15B9B9-670F-D6C2-66AA-8BC964B71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BFE6BA-10B6-EA74-5E1C-4996AF8A0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AA24D8-EA69-3C1E-00DF-0E1015FB6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D667CD-38F9-0529-51E0-05258F79E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2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D552D-6469-2D5F-FACB-8127D5CF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6D2E19-95B4-E102-2AD2-8E9D06F16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7F8127-9ECB-25EA-F516-94305957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E359F5-BE7C-2C89-9C09-F1C5E4B7A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0F717DB-2810-7C64-2851-E38FEB786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1B9538-A0F4-EDFF-AF93-D7ADAB8A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9ED12C-43C1-F483-5CDB-CC4AE7EC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F9492D-F5BB-1904-556E-DCD808C5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65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3B844-36D4-EE85-6723-57C3671EB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4348BD-ED52-B27A-B7F0-EA643B47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048FF4-95FF-A1C4-E6A8-CD0EE152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A82AA6-D59D-865C-2A0A-A78C4C60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52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9763F2-3D91-718C-E665-695D1974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964428-9647-2C00-D522-7A965D11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D788F-4C22-56A2-1898-A875B15A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33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1CF48-8BF1-6071-0E86-F4818A02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D7D80D-58AD-A3B1-DBEC-1658377BA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8E6537-3288-860D-4FF0-F280034C0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DD8C0F-68EC-9F55-AAC7-380ACB47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9D1E61-C55F-F377-3A98-CD67FC50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942BFA-45F6-70CA-DACD-4D075BAB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5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CFF7C-04FF-7FEE-AF9A-B738EE7A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375EDA-D681-53CC-4300-A5AE9B9FEA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153D45-7775-08C7-8A19-D310E874E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5809C9-950A-243B-2394-D52152E39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3B7876-9F46-2FD1-79CD-024681D4F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5AF4D2-3DF3-6E44-6FD9-CA5C27D4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54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D55D9-FEF8-C3CA-770C-200AA7178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F77340-091B-A118-2531-0D973EEC3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DD49A1-01C5-77D1-B4D2-1A67433E2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561603-386F-1D17-DD33-0365EDCE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6E690F-39E3-8824-3A39-C20D614F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0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892EA5-6877-C043-DF7B-1C5AE3BB1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102E99-F4DD-4EFD-AE61-5776D2E03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4F516-FDD2-FF6C-3A63-8FCBB1F6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136370-FE42-20FD-02CB-A70A12E0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673F55-42B9-4C7F-4018-1FF34B17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60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8A5A49-0279-2FC9-2B86-29DF4EE6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CBED-D0E9-4C51-E5DA-48158A770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353503-6DA5-8CFC-B181-B6E2DDC27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1CBDD-B71E-46E1-B5AE-FFE651046B5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C52319-E077-DC78-F0F9-92B0B085F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17948-C209-9638-91F3-5B23D7543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FD762-DD39-4F27-B890-21FEC78C3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35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35DC4340-DB2D-33C5-8077-9F5C9AA09F1C}"/>
              </a:ext>
            </a:extLst>
          </p:cNvPr>
          <p:cNvGrpSpPr/>
          <p:nvPr/>
        </p:nvGrpSpPr>
        <p:grpSpPr>
          <a:xfrm>
            <a:off x="0" y="1372828"/>
            <a:ext cx="11407053" cy="2520000"/>
            <a:chOff x="0" y="1372828"/>
            <a:chExt cx="11407053" cy="252000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ED43053A-C14A-35DB-EBF8-1A9DE6EB9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72828"/>
              <a:ext cx="2170647" cy="252000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F8766FB-8900-CD03-1872-8BFEA2D5A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0647" y="1372828"/>
              <a:ext cx="2209183" cy="252000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91A0989-525E-02ED-8F4E-FB992ADA4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9830" y="1372828"/>
              <a:ext cx="2182369" cy="252000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C767560-E48B-C7E5-85C7-2D8BFE977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0477" y="1372828"/>
              <a:ext cx="2388750" cy="252000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644AB9FC-A511-F675-8546-D1E961768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9227" y="1372828"/>
              <a:ext cx="2467826" cy="25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772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1658381088@qq.com</dc:creator>
  <cp:lastModifiedBy>1658381088@qq.com</cp:lastModifiedBy>
  <cp:revision>1</cp:revision>
  <dcterms:created xsi:type="dcterms:W3CDTF">2026-06-04T17:45:47Z</dcterms:created>
  <dcterms:modified xsi:type="dcterms:W3CDTF">2026-06-05T07:15:32Z</dcterms:modified>
</cp:coreProperties>
</file>